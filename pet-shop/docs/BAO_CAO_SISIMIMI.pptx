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BÀI TẬP THIẾT KẾ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sisimimi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0">
                <a:solidFill>
                  <a:srgbClr val="264C40"/>
                </a:solidFill>
                <a:latin typeface="Arial"/>
              </a:defRPr>
            </a:pPr>
            <a:r>
              <a:t>Yêu thương trong</a:t>
            </a:r>
          </a:p>
          <a:p>
            <a:pPr>
              <a:spcAft>
                <a:spcPts val="1200"/>
              </a:spcAft>
              <a:defRPr sz="3600" b="0">
                <a:solidFill>
                  <a:srgbClr val="264C40"/>
                </a:solidFill>
                <a:latin typeface="Arial"/>
              </a:defRPr>
            </a:pPr>
            <a:r>
              <a:t>từng điều nhỏ.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626D66"/>
                </a:solidFill>
                <a:latin typeface="Arial"/>
              </a:defRPr>
            </a:pPr>
            <a:r>
              <a:t>Cửa hàng thú cưng minh họa</a:t>
            </a:r>
          </a:p>
          <a:p>
            <a:pPr>
              <a:spcAft>
                <a:spcPts val="1200"/>
              </a:spcAft>
              <a:defRPr sz="2200" b="0">
                <a:solidFill>
                  <a:srgbClr val="626D66"/>
                </a:solidFill>
                <a:latin typeface="Arial"/>
              </a:defRPr>
            </a:pPr>
            <a:r>
              <a:t>HTML5 · CSS3 · JavaScript thuần</a:t>
            </a:r>
          </a:p>
          <a:p>
            <a:pPr>
              <a:spcAft>
                <a:spcPts val="1200"/>
              </a:spcAft>
              <a:defRPr sz="2200" b="0">
                <a:solidFill>
                  <a:srgbClr val="626D66"/>
                </a:solidFill>
                <a:latin typeface="Arial"/>
              </a:defRPr>
            </a:pPr>
            <a:r>
              <a:t>14 trang · 24 sản phẩm · Không backend</a:t>
            </a:r>
          </a:p>
        </p:txBody>
      </p:sp>
      <p:pic>
        <p:nvPicPr>
          <p:cNvPr id="8" name="Picture 7" descr="hero-pu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80160"/>
            <a:ext cx="391502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Mục tiêu &amp; phạm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02B27"/>
                </a:solidFill>
                <a:latin typeface="Arial"/>
              </a:defRPr>
            </a:pPr>
            <a:r>
              <a:t>• Đáp ứng 10 loại trang bắt buộc trong đề, bổ sung 4 trang hỗ trợ mua sắm và đọc tin.</a:t>
            </a:r>
          </a:p>
          <a:p>
            <a:pPr>
              <a:spcAft>
                <a:spcPts val="1200"/>
              </a:spcAft>
              <a:defRPr sz="2400" b="0">
                <a:solidFill>
                  <a:srgbClr val="202B27"/>
                </a:solidFill>
                <a:latin typeface="Arial"/>
              </a:defRPr>
            </a:pPr>
            <a:r>
              <a:t>• Giao diện thống nhất, thân thiện, responsive cho người nuôi chó mèo.</a:t>
            </a:r>
          </a:p>
          <a:p>
            <a:pPr>
              <a:spcAft>
                <a:spcPts val="1200"/>
              </a:spcAft>
              <a:defRPr sz="2400" b="0">
                <a:solidFill>
                  <a:srgbClr val="202B27"/>
                </a:solidFill>
                <a:latin typeface="Arial"/>
              </a:defRPr>
            </a:pPr>
            <a:r>
              <a:t>• Chỉ HTML/CSS/JavaScript; không framework, database, backend hoặc build.</a:t>
            </a:r>
          </a:p>
          <a:p>
            <a:pPr>
              <a:spcAft>
                <a:spcPts val="1200"/>
              </a:spcAft>
              <a:defRPr sz="2400" b="0">
                <a:solidFill>
                  <a:srgbClr val="202B27"/>
                </a:solidFill>
                <a:latin typeface="Arial"/>
              </a:defRPr>
            </a:pPr>
            <a:r>
              <a:t>• Mọi sản phẩm, đánh giá, tài khoản, ứng tuyển và đơn hàng là mô phỏng.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Sitemap: 10 trang theo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01  Trang chủ — index.html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02  Giới thiệu — about.html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03  Sản phẩm — products.html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04  Chi tiết — product.html?id=…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05  Tin tức — blog.html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06  Liên hệ — contact.html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07  FAQ — faq.html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08  Đăng nhập/Đăng ký — login.html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09  Giỏ hàng — cart.html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10  Tuyển dụng — careers.html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26D66"/>
                </a:solidFill>
                <a:latin typeface="Arial"/>
              </a:defRPr>
            </a:pPr>
            <a:r>
              <a:t>Bổ sung: article.html · wishlist.html · checkout.html · success.html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Ngôn ngữ thiết kế: ấm áp &amp; rõ ràng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1143000"/>
          </a:xfrm>
          <a:prstGeom prst="roundRect">
            <a:avLst/>
          </a:prstGeom>
          <a:solidFill>
            <a:srgbClr val="264C40"/>
          </a:solidFill>
          <a:ln>
            <a:solidFill>
              <a:srgbClr val="CD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Forest green</a:t>
            </a:r>
          </a:p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#264C40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468880" cy="1143000"/>
          </a:xfrm>
          <a:prstGeom prst="roundRect">
            <a:avLst/>
          </a:prstGeom>
          <a:solidFill>
            <a:srgbClr val="E6A56A"/>
          </a:solidFill>
          <a:ln>
            <a:solidFill>
              <a:srgbClr val="CD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Warm apricot</a:t>
            </a:r>
          </a:p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#E6A56A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Surface</a:t>
            </a:r>
          </a:p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#FFFFFF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011680"/>
            <a:ext cx="2468880" cy="1143000"/>
          </a:xfrm>
          <a:prstGeom prst="roundRect">
            <a:avLst/>
          </a:prstGeom>
          <a:solidFill>
            <a:srgbClr val="E7EAE5"/>
          </a:solidFill>
          <a:ln>
            <a:solidFill>
              <a:srgbClr val="CD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Border</a:t>
            </a:r>
          </a:p>
          <a:p>
            <a:pPr>
              <a:spcAft>
                <a:spcPts val="1200"/>
              </a:spcAft>
              <a:defRPr sz="1900" b="0">
                <a:solidFill>
                  <a:srgbClr val="264C40"/>
                </a:solidFill>
                <a:latin typeface="Arial"/>
              </a:defRPr>
            </a:pPr>
            <a:r>
              <a:t>#E7EAE5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Outfit cho tiêu đề · Inter cho nội dung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Logo SVG · Grid/Flexbox · CSS variables · Bo góc mềm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Focus rõ · Tab/Escape · Reduced motion · Nút chạm lớn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Kiến trúc source: dễ đọc, dễ chỉnh sửa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css/style.css: một stylesheet chung cho 14 trang, chia phần bằng chú thích.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data.js + storage.js: catalog, giá/tồn kho và kiểm tra dữ liệu localStorage.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products.js + cart.js: bộ lọc, chi tiết, giỏ, checkout và kết quả.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ui.js + school.js + main.js: header/footer, menu, forms, tin tức và khởi tạo.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Khám phá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24 sản phẩm, 6 danh mục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48 biến thể, 3 ảnh/món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Tìm kiếm + lọc kết hợp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5 cách sắp xếp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Quick view + wishlist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Gallery, tabs và tồn kho</a:t>
            </a:r>
          </a:p>
        </p:txBody>
      </p:sp>
      <p:pic>
        <p:nvPicPr>
          <p:cNvPr id="7" name="Picture 6" descr="sisimimi-report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20240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Luồng mua sắm mô phỏng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Sản phẩm → chọn biến thể/số lượng → thêm giỏ → drawer/trang giỏ.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Giá lấy lại từ catalog; số lượng không vượt tồn kho; lưu giỏ trên trình duyệt.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Checkout kiểm tra người nhận, giao hàng, phương thức thanh toán minh họa.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Tạo mã SISIMIMI-…; chỉ lưu tóm tắt đơn, không gửi đơn hoặc thu tiền thật.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Những trang nội dung &amp; biểu mẫu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Giới thiệu: lịch sử giả lập, sứ mệnh, giá trị và đội ngũ minh họa.</a:t>
            </a:r>
          </a:p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Tin tức: 3 bài có ảnh, ngày, tóm tắt và trang chi tiết; FAQ có 10 câu và tìm kiếm.</a:t>
            </a:r>
          </a:p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Liên hệ: thông tin mẫu, form validation và Google Maps tải khi người dùng yêu cầu.</a:t>
            </a:r>
          </a:p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Đăng nhập/Đăng ký và Tuyển dụng: kiểm tra dữ liệu, trạng thái lỗi/thành công demo; không lưu mật khẩu hoặc hồ sơ.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Kiểm thử thực tế &amp; giới hạn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Chromium: 84 lượt trang/kích thước (14 × 6), không tràn ngang hoặc pageerror.</a:t>
            </a:r>
          </a:p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50 phép kiểm tra catalog và 12 nhóm giỏ/checkout đạt; form mới, news và FAQ đạt.</a:t>
            </a:r>
          </a:p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Axe: không phát hiện vi phạm tự động A/AA trên 7 loại trang mới/cập nhật.</a:t>
            </a:r>
          </a:p>
          <a:p>
            <a:pPr>
              <a:spcAft>
                <a:spcPts val="1200"/>
              </a:spcAft>
              <a:defRPr sz="2200" b="0">
                <a:solidFill>
                  <a:srgbClr val="202B27"/>
                </a:solidFill>
                <a:latin typeface="Arial"/>
              </a:defRPr>
            </a:pPr>
            <a:r>
              <a:t>• Firefox tải bị chặn 403; cần kiểm tra thêm Edge/Firefox/Safari. Google Maps cần Internet; chưa xác minh nội dung tải trong mạng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64C40"/>
                </a:solidFill>
                <a:latin typeface="Arial"/>
              </a:defRPr>
            </a:pPr>
            <a:r>
              <a:t>WEBSITE THIẾT KẾ WEB · 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500" b="1">
                <a:solidFill>
                  <a:srgbClr val="264C40"/>
                </a:solidFill>
                <a:latin typeface="Arial"/>
              </a:defRPr>
            </a:pPr>
            <a:r>
              <a:t>Cách chạy &amp; kịch bản trình diễn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6D66"/>
                </a:solidFill>
                <a:latin typeface="Arial"/>
              </a:defRPr>
            </a:pPr>
            <a:r>
              <a:t>sisimimi · Yêu thương trong từng điều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64C4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Giải nén sisimimi.zip → mở index.html hoặc dùng VS Code Live Server.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Demo: lọc sản phẩm → chi tiết → thêm giỏ → checkout mô phỏng → mã đơn.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Demo bổ sung: đọc tin → liên hệ sai/đúng → FAQ → đăng ký → chọn vị trí ứng tuyển.</a:t>
            </a:r>
          </a:p>
          <a:p>
            <a:pPr>
              <a:spcAft>
                <a:spcPts val="1200"/>
              </a:spcAft>
              <a:defRPr sz="2300" b="0">
                <a:solidFill>
                  <a:srgbClr val="202B27"/>
                </a:solidFill>
                <a:latin typeface="Arial"/>
              </a:defRPr>
            </a:pPr>
            <a:r>
              <a:t>• Không cần npm, Node.js, database hay build. Không làm phần thông tin nhóm/bảng phân công theo yêu cầu.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